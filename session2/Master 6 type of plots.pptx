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733d4c31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c733d4c3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c733d4c3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c733d4c3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733d4c31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733d4c31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733d4c31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c733d4c31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c733d4c31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c733d4c31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733d4c31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733d4c31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1521009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1521009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-1" y="-52675"/>
            <a:ext cx="91440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 these 6 types of plots you can make 90% of the figures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3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 Tommy Tang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Divingintogeneticsandgenomics.com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Youtube: chatomics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Barplot 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50000" l="0" r="0" t="0"/>
          <a:stretch/>
        </p:blipFill>
        <p:spPr>
          <a:xfrm>
            <a:off x="90000" y="1814383"/>
            <a:ext cx="9053998" cy="226184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080125" y="4577725"/>
            <a:ext cx="740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https://clauswilke.com/dataviz/directory-of-visualizations.html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 plot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-6420" l="1676" r="-2656" t="6420"/>
          <a:stretch/>
        </p:blipFill>
        <p:spPr>
          <a:xfrm>
            <a:off x="218600" y="1630938"/>
            <a:ext cx="8925399" cy="22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591500" y="4449125"/>
            <a:ext cx="740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https://clauswilke.com/dataviz/directory-of-visualizations.html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graph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24908" t="0"/>
          <a:stretch/>
        </p:blipFill>
        <p:spPr>
          <a:xfrm>
            <a:off x="874375" y="1720175"/>
            <a:ext cx="6866599" cy="22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Histogram 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b="0" l="0" r="49354" t="0"/>
          <a:stretch/>
        </p:blipFill>
        <p:spPr>
          <a:xfrm>
            <a:off x="2158375" y="1555900"/>
            <a:ext cx="5248274" cy="25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Boxplot /violin plot</a:t>
            </a:r>
            <a:endParaRPr/>
          </a:p>
        </p:txBody>
      </p:sp>
      <p:sp>
        <p:nvSpPr>
          <p:cNvPr id="87" name="Google Shape;87;p18"/>
          <p:cNvSpPr txBox="1"/>
          <p:nvPr/>
        </p:nvSpPr>
        <p:spPr>
          <a:xfrm>
            <a:off x="244300" y="4568875"/>
            <a:ext cx="83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ggplot2: https://github.com/rstudio/cheatsheets/blob/main/data-visualization.pdf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 rotWithShape="1">
          <a:blip r:embed="rId3">
            <a:alphaModFix/>
          </a:blip>
          <a:srcRect b="49696" l="0" r="0" t="0"/>
          <a:stretch/>
        </p:blipFill>
        <p:spPr>
          <a:xfrm>
            <a:off x="468400" y="1658750"/>
            <a:ext cx="8207200" cy="2062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Heatmap 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8263" y="1113025"/>
            <a:ext cx="3488976" cy="33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180750" y="456445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https://jokergoo.github.io/ComplexHeatmap-reference/book/heatmap-annotations.html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31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Click subscribe if you liked this content! Thank you.</a:t>
            </a:r>
            <a:endParaRPr sz="2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Happy Learning!</a:t>
            </a:r>
            <a:endParaRPr sz="2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/>
              <a:t>Tommy </a:t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