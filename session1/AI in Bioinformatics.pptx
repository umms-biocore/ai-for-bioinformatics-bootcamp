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Robot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7d21763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87d21763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bcc019e4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bcc019e4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85a269a3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85a269a3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86df6b03c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86df6b03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8817967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8817967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881796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881796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ab053d0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ab053d0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8817967c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8817967c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8817967c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8817967c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8817967c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8817967c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8817967c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8817967c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8817967c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8817967c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8817967c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8817967c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ab053d04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ab053d04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8817967c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8817967c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ab053d04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ab053d04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b053d04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ab053d04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ab053d04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ab053d04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ab053d04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ab053d04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8817967c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8817967c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8817967c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8817967c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bcc019e4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bcc019e4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bcc019e4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bcc019e4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bcc019e4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bcc019e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bcc019e4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bcc019e4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bcc019e4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ebcc019e4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bcc019e4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bcc019e4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bcc019e4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ebcc019e4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bcc019e4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bcc019e4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bcc019e4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ebcc019e4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bcc019e4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ebcc019e4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bcc019e4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ebcc019e4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bcc019e4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ebcc019e4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8817967c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8817967c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bcc019e4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ebcc019e4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claude.md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claude.md" TargetMode="External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Relationship Id="rId4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skill.md" TargetMode="External"/><Relationship Id="rId4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divingintogeneticsandgenomics.com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crazyhottommy.github.io/claude_code_RNAseq_workshop/" TargetMode="External"/><Relationship Id="rId4" Type="http://schemas.openxmlformats.org/officeDocument/2006/relationships/hyperlink" Target="https://docs.google.com/presentation/d/11SawHEDvJVSHd-juOxjL7BpNDKR4jC7H7kVZpt7biKU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4362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in Bioinformatics: Will you Be the Pilot or the Passenger?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07207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Tommy Tang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Youtube channel: Chatomics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Divingintogeneticsandgenomics.com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Agenda</a:t>
            </a:r>
            <a:endParaRPr sz="28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What is AI in the context of Bioinformatics?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/>
              <a:t>Introduction to AI coding agents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/>
              <a:t>My Bioinformatics workflow using AI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/>
              <a:t>Hands-on Demo using Claude Code for RNAseq analysis</a:t>
            </a:r>
            <a:endParaRPr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9525"/>
            <a:ext cx="8446899" cy="475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AI coding agent?</a:t>
            </a:r>
            <a:endParaRPr/>
          </a:p>
        </p:txBody>
      </p:sp>
      <p:pic>
        <p:nvPicPr>
          <p:cNvPr id="74" name="Google Shape;74;p16" title="Screenshot 2026-06-12 at 10.28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0229" y="1971675"/>
            <a:ext cx="5214652" cy="244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 title="Screenshot 2026-06-12 at 10.28.5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3475429" cy="325286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428600" y="4575400"/>
            <a:ext cx="77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Different from ChatGPT and Claude chat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Leverage AI to increase your efficiency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can built a Shiny App in a few days.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Claude Code to build a website for </a:t>
            </a:r>
            <a:r>
              <a:rPr lang="en"/>
              <a:t>yourself.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Claude Code as a thinking partner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 Claude Code to implement the bioinformatics analysis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Foundation still (always) matters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“Producing the Code is cheap, understanding the Code is more expensive now” -Eric 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AI as a tutor to teach you those basics: Linux, Python/R and Biology.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Learn by doing. Work on a real project, make mistakes. Accumulate experience via time.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Unix commands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Unix commands and the Unix command-line interface have existed for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 50 years.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very powerful and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efficient.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Most Bioinformatics tools run in command line. (Claude Code too!)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Screenshot 2026-08-29 at 8.35.3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11437"/>
            <a:ext cx="4717225" cy="446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950" y="769776"/>
            <a:ext cx="4302825" cy="3975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vibe coded this app in a couple of days 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721075" y="4703625"/>
            <a:ext cx="721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https://chatomics-labs.base44.app/Home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7" name="Google Shape;107;p21" title="Screenshot 2026-08-29 at 8.55.2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913" y="1227375"/>
            <a:ext cx="6034028" cy="309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2" title="Screenshot 2026-08-29 at 8.37.3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9950" y="414200"/>
            <a:ext cx="4891801" cy="431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2" title="Screenshot 2026-08-29 at 8.52.11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47163"/>
            <a:ext cx="4419600" cy="404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experience matters: spot the batch effect</a:t>
            </a:r>
            <a:endParaRPr/>
          </a:p>
        </p:txBody>
      </p:sp>
      <p:cxnSp>
        <p:nvCxnSpPr>
          <p:cNvPr id="119" name="Google Shape;119;p23"/>
          <p:cNvCxnSpPr/>
          <p:nvPr/>
        </p:nvCxnSpPr>
        <p:spPr>
          <a:xfrm rot="10800000">
            <a:off x="776396" y="1470200"/>
            <a:ext cx="9600" cy="25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3"/>
          <p:cNvCxnSpPr/>
          <p:nvPr/>
        </p:nvCxnSpPr>
        <p:spPr>
          <a:xfrm>
            <a:off x="785996" y="3988400"/>
            <a:ext cx="3821100" cy="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23"/>
          <p:cNvSpPr/>
          <p:nvPr/>
        </p:nvSpPr>
        <p:spPr>
          <a:xfrm>
            <a:off x="1330496" y="2059815"/>
            <a:ext cx="136200" cy="145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3"/>
          <p:cNvSpPr/>
          <p:nvPr/>
        </p:nvSpPr>
        <p:spPr>
          <a:xfrm>
            <a:off x="1252721" y="2565415"/>
            <a:ext cx="136200" cy="145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3"/>
          <p:cNvSpPr/>
          <p:nvPr/>
        </p:nvSpPr>
        <p:spPr>
          <a:xfrm>
            <a:off x="3420946" y="3132775"/>
            <a:ext cx="136200" cy="1458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/>
          <p:nvPr/>
        </p:nvSpPr>
        <p:spPr>
          <a:xfrm>
            <a:off x="3573346" y="3285175"/>
            <a:ext cx="136200" cy="1458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/>
        </p:nvSpPr>
        <p:spPr>
          <a:xfrm>
            <a:off x="1544396" y="1805415"/>
            <a:ext cx="8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cond1</a:t>
            </a:r>
            <a:endParaRPr/>
          </a:p>
        </p:txBody>
      </p:sp>
      <p:sp>
        <p:nvSpPr>
          <p:cNvPr id="126" name="Google Shape;126;p23"/>
          <p:cNvSpPr txBox="1"/>
          <p:nvPr/>
        </p:nvSpPr>
        <p:spPr>
          <a:xfrm>
            <a:off x="1388921" y="2511140"/>
            <a:ext cx="9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cond1</a:t>
            </a:r>
            <a:endParaRPr/>
          </a:p>
        </p:txBody>
      </p:sp>
      <p:sp>
        <p:nvSpPr>
          <p:cNvPr id="127" name="Google Shape;127;p23"/>
          <p:cNvSpPr txBox="1"/>
          <p:nvPr/>
        </p:nvSpPr>
        <p:spPr>
          <a:xfrm>
            <a:off x="3573346" y="2773025"/>
            <a:ext cx="8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cond2</a:t>
            </a:r>
            <a:endParaRPr/>
          </a:p>
        </p:txBody>
      </p:sp>
      <p:sp>
        <p:nvSpPr>
          <p:cNvPr id="128" name="Google Shape;128;p23"/>
          <p:cNvSpPr txBox="1"/>
          <p:nvPr/>
        </p:nvSpPr>
        <p:spPr>
          <a:xfrm>
            <a:off x="3773146" y="3380725"/>
            <a:ext cx="9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cond2</a:t>
            </a:r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4237721" y="4114800"/>
            <a:ext cx="5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PC1</a:t>
            </a:r>
            <a:endParaRPr/>
          </a:p>
        </p:txBody>
      </p:sp>
      <p:sp>
        <p:nvSpPr>
          <p:cNvPr id="130" name="Google Shape;130;p23"/>
          <p:cNvSpPr txBox="1"/>
          <p:nvPr/>
        </p:nvSpPr>
        <p:spPr>
          <a:xfrm>
            <a:off x="37346" y="1431250"/>
            <a:ext cx="5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PC2</a:t>
            </a:r>
            <a:endParaRPr/>
          </a:p>
        </p:txBody>
      </p:sp>
      <p:sp>
        <p:nvSpPr>
          <p:cNvPr id="131" name="Google Shape;131;p23"/>
          <p:cNvSpPr txBox="1"/>
          <p:nvPr/>
        </p:nvSpPr>
        <p:spPr>
          <a:xfrm>
            <a:off x="7130" y="4494750"/>
            <a:ext cx="56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https://divingintogeneticsandgenomics.com/post/pca-in-action/</a:t>
            </a:r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5548505" y="4387050"/>
            <a:ext cx="339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https://www.youtube.com/watch?v=FgakZw6K1QQ</a:t>
            </a:r>
            <a:endParaRPr/>
          </a:p>
        </p:txBody>
      </p:sp>
      <p:cxnSp>
        <p:nvCxnSpPr>
          <p:cNvPr id="133" name="Google Shape;133;p23"/>
          <p:cNvCxnSpPr/>
          <p:nvPr/>
        </p:nvCxnSpPr>
        <p:spPr>
          <a:xfrm rot="10800000">
            <a:off x="5091247" y="1524495"/>
            <a:ext cx="9600" cy="25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23"/>
          <p:cNvCxnSpPr/>
          <p:nvPr/>
        </p:nvCxnSpPr>
        <p:spPr>
          <a:xfrm>
            <a:off x="5100847" y="4042695"/>
            <a:ext cx="3821100" cy="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23"/>
          <p:cNvSpPr/>
          <p:nvPr/>
        </p:nvSpPr>
        <p:spPr>
          <a:xfrm>
            <a:off x="5645347" y="2030020"/>
            <a:ext cx="136200" cy="145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/>
          <p:nvPr/>
        </p:nvSpPr>
        <p:spPr>
          <a:xfrm>
            <a:off x="7472947" y="1902820"/>
            <a:ext cx="136200" cy="145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5645347" y="3132770"/>
            <a:ext cx="136200" cy="1458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/>
          <p:nvPr/>
        </p:nvSpPr>
        <p:spPr>
          <a:xfrm>
            <a:off x="8005522" y="3099958"/>
            <a:ext cx="136200" cy="1458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3"/>
          <p:cNvSpPr txBox="1"/>
          <p:nvPr/>
        </p:nvSpPr>
        <p:spPr>
          <a:xfrm>
            <a:off x="5859247" y="1775620"/>
            <a:ext cx="8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batch1</a:t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7665872" y="1902820"/>
            <a:ext cx="9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batch2</a:t>
            </a:r>
            <a:endParaRPr/>
          </a:p>
        </p:txBody>
      </p:sp>
      <p:sp>
        <p:nvSpPr>
          <p:cNvPr id="141" name="Google Shape;141;p23"/>
          <p:cNvSpPr txBox="1"/>
          <p:nvPr/>
        </p:nvSpPr>
        <p:spPr>
          <a:xfrm>
            <a:off x="5548500" y="3588200"/>
            <a:ext cx="8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batch1</a:t>
            </a:r>
            <a:endParaRPr/>
          </a:p>
        </p:txBody>
      </p:sp>
      <p:sp>
        <p:nvSpPr>
          <p:cNvPr id="142" name="Google Shape;142;p23"/>
          <p:cNvSpPr txBox="1"/>
          <p:nvPr/>
        </p:nvSpPr>
        <p:spPr>
          <a:xfrm>
            <a:off x="7725997" y="3535595"/>
            <a:ext cx="9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batch2</a:t>
            </a:r>
            <a:endParaRPr/>
          </a:p>
        </p:txBody>
      </p:sp>
      <p:sp>
        <p:nvSpPr>
          <p:cNvPr id="143" name="Google Shape;143;p23"/>
          <p:cNvSpPr txBox="1"/>
          <p:nvPr/>
        </p:nvSpPr>
        <p:spPr>
          <a:xfrm>
            <a:off x="8552572" y="4169095"/>
            <a:ext cx="5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PC1</a:t>
            </a:r>
            <a:endParaRPr/>
          </a:p>
        </p:txBody>
      </p:sp>
      <p:sp>
        <p:nvSpPr>
          <p:cNvPr id="144" name="Google Shape;144;p23"/>
          <p:cNvSpPr txBox="1"/>
          <p:nvPr/>
        </p:nvSpPr>
        <p:spPr>
          <a:xfrm>
            <a:off x="4352197" y="1485545"/>
            <a:ext cx="5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4" title="Screenshot 2026-08-29 at 8.43.0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7151" y="285075"/>
            <a:ext cx="4626971" cy="447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AI workflow with Bioinformatics analysis</a:t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11700" y="1082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90"/>
              <a:t>Start with a plan. (experimental design, biological context and questions to ask)</a:t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490"/>
              <a:t>I specifically point Claude Code to my old scripts to </a:t>
            </a:r>
            <a:r>
              <a:rPr lang="en" sz="1490"/>
              <a:t>mimic</a:t>
            </a:r>
            <a:r>
              <a:rPr lang="en" sz="1490"/>
              <a:t> the style.</a:t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490"/>
              <a:t>It generates Rmd file or Jupyter Notebook.</a:t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490"/>
              <a:t>I run it line by line. Iterate when I see problems.</a:t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490"/>
              <a:t>Commit it to github </a:t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490"/>
              <a:t>Talk to biologists </a:t>
            </a:r>
            <a:r>
              <a:rPr lang="en" sz="1490"/>
              <a:t>collaborators</a:t>
            </a:r>
            <a:r>
              <a:rPr lang="en" sz="1490"/>
              <a:t> to understand the biological insight</a:t>
            </a:r>
            <a:endParaRPr sz="14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9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39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923" y="1170125"/>
            <a:ext cx="3861726" cy="355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000" y="1170137"/>
            <a:ext cx="3227524" cy="328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7" title="Screenshot 2026-08-29 at 8.29.3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425" y="193300"/>
            <a:ext cx="7026524" cy="475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Always start with a /plan </a:t>
            </a:r>
            <a:endParaRPr/>
          </a:p>
        </p:txBody>
      </p:sp>
      <p:pic>
        <p:nvPicPr>
          <p:cNvPr id="173" name="Google Shape;173;p28" title="Screenshot 2026-06-12 at 9.54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1790"/>
            <a:ext cx="9143999" cy="148952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8"/>
          <p:cNvSpPr txBox="1"/>
          <p:nvPr/>
        </p:nvSpPr>
        <p:spPr>
          <a:xfrm>
            <a:off x="641025" y="3450825"/>
            <a:ext cx="7715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Give Claude all the context: PPT, PDF, data and web links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9138900" y="361575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generated analysis is not reproducible </a:t>
            </a:r>
            <a:endParaRPr/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825" y="1613198"/>
            <a:ext cx="8634475" cy="3098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Traceability and Reproducibility are two different questions 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200" y="1216412"/>
            <a:ext cx="6136225" cy="328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0"/>
          <p:cNvSpPr txBox="1"/>
          <p:nvPr/>
        </p:nvSpPr>
        <p:spPr>
          <a:xfrm>
            <a:off x="6614850" y="2685500"/>
            <a:ext cx="231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From the Biomini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Hallucination</a:t>
            </a:r>
            <a:r>
              <a:rPr lang="en"/>
              <a:t> is even more dangerous </a:t>
            </a:r>
            <a:endParaRPr/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 reproducible is fine if you are doing exploratory analysis.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when AI </a:t>
            </a:r>
            <a:r>
              <a:rPr lang="en"/>
              <a:t>hallucinate</a:t>
            </a:r>
            <a:r>
              <a:rPr lang="en"/>
              <a:t> and give you confident nonsense </a:t>
            </a:r>
            <a:r>
              <a:rPr lang="en"/>
              <a:t>results!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“It hallucinated all the data!, I know the data was wrong as I had done the assessment myself; in my due diligence, I went to the source of the data and the number did not match up”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2" title="Screenshot 2026-08-29 at 8.30.1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3874" y="259125"/>
            <a:ext cx="4677880" cy="4230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3" title="Screenshot 2026-08-29 at 8.32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4900" y="0"/>
            <a:ext cx="4762925" cy="480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claude --permission-mode auto</a:t>
            </a:r>
            <a:r>
              <a:rPr lang="en" sz="1100"/>
              <a:t> </a:t>
            </a:r>
            <a:endParaRPr/>
          </a:p>
        </p:txBody>
      </p:sp>
      <p:pic>
        <p:nvPicPr>
          <p:cNvPr id="211" name="Google Shape;211;p34"/>
          <p:cNvPicPr preferRelativeResize="0"/>
          <p:nvPr/>
        </p:nvPicPr>
        <p:blipFill rotWithShape="1">
          <a:blip r:embed="rId3">
            <a:alphaModFix/>
          </a:blip>
          <a:srcRect b="0" l="0" r="0" t="16297"/>
          <a:stretch/>
        </p:blipFill>
        <p:spPr>
          <a:xfrm>
            <a:off x="602775" y="1791300"/>
            <a:ext cx="7528326" cy="301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4" title="Screenshot 2026-06-12 at 9.57.52 PM.png"/>
          <p:cNvPicPr preferRelativeResize="0"/>
          <p:nvPr/>
        </p:nvPicPr>
        <p:blipFill rotWithShape="1">
          <a:blip r:embed="rId4">
            <a:alphaModFix/>
          </a:blip>
          <a:srcRect b="84948" l="0" r="0" t="0"/>
          <a:stretch/>
        </p:blipFill>
        <p:spPr>
          <a:xfrm>
            <a:off x="76238" y="1411853"/>
            <a:ext cx="9143999" cy="2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Finetune the thinking effort</a:t>
            </a:r>
            <a:r>
              <a:rPr lang="en" sz="1100"/>
              <a:t> </a:t>
            </a:r>
            <a:endParaRPr/>
          </a:p>
        </p:txBody>
      </p:sp>
      <p:sp>
        <p:nvSpPr>
          <p:cNvPr id="218" name="Google Shape;21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•</a:t>
            </a:r>
            <a:r>
              <a:rPr lang="en" sz="2400">
                <a:solidFill>
                  <a:srgbClr val="3F4444"/>
                </a:solidFill>
              </a:rPr>
              <a:t>Ultrathink to increase reasoning in a specific message</a:t>
            </a:r>
            <a:endParaRPr sz="2400">
              <a:solidFill>
                <a:srgbClr val="3F444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•</a:t>
            </a:r>
            <a:r>
              <a:rPr lang="en" sz="2400">
                <a:solidFill>
                  <a:srgbClr val="3F4444"/>
                </a:solidFill>
              </a:rPr>
              <a:t>/effort to increase it for the whole session</a:t>
            </a:r>
            <a:endParaRPr sz="2400">
              <a:solidFill>
                <a:srgbClr val="3F444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35" title="Screenshot 2026-06-12 at 10.01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0650" y="3517051"/>
            <a:ext cx="5383351" cy="152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5" title="Screenshot 2026-06-12 at 10.04.0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400" y="2280813"/>
            <a:ext cx="7727499" cy="115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40"/>
              <a:t>/model to select the right model for the right task </a:t>
            </a:r>
            <a:endParaRPr sz="2220"/>
          </a:p>
        </p:txBody>
      </p:sp>
      <p:pic>
        <p:nvPicPr>
          <p:cNvPr id="226" name="Google Shape;226;p36" title="Screenshot 2026-06-12 at 10.06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00" y="1770750"/>
            <a:ext cx="8983398" cy="22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 management </a:t>
            </a:r>
            <a:endParaRPr/>
          </a:p>
        </p:txBody>
      </p:sp>
      <p:pic>
        <p:nvPicPr>
          <p:cNvPr id="232" name="Google Shape;23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23" y="1271700"/>
            <a:ext cx="2787054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7" title="Screenshot 2026-06-12 at 10.11.1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4652" y="1906825"/>
            <a:ext cx="5533727" cy="228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/compact with instructions</a:t>
            </a:r>
            <a:endParaRPr/>
          </a:p>
        </p:txBody>
      </p:sp>
      <p:pic>
        <p:nvPicPr>
          <p:cNvPr id="239" name="Google Shape;23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500" y="1183325"/>
            <a:ext cx="8004426" cy="362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type="title"/>
          </p:nvPr>
        </p:nvSpPr>
        <p:spPr>
          <a:xfrm>
            <a:off x="311700" y="190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40"/>
              <a:t>Use subagents to separate its full context with the main session</a:t>
            </a:r>
            <a:r>
              <a:rPr lang="en" sz="690"/>
              <a:t> </a:t>
            </a:r>
            <a:endParaRPr sz="2220"/>
          </a:p>
        </p:txBody>
      </p:sp>
      <p:pic>
        <p:nvPicPr>
          <p:cNvPr id="245" name="Google Shape;24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225" y="1273476"/>
            <a:ext cx="7099099" cy="364707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9"/>
          <p:cNvSpPr txBox="1"/>
          <p:nvPr/>
        </p:nvSpPr>
        <p:spPr>
          <a:xfrm>
            <a:off x="2464600" y="980475"/>
            <a:ext cx="671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311700" y="297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</a:t>
            </a:r>
            <a:r>
              <a:rPr lang="en" u="sng">
                <a:solidFill>
                  <a:schemeClr val="hlink"/>
                </a:solidFill>
                <a:hlinkClick r:id="rId3"/>
              </a:rPr>
              <a:t>CLAUDE.md</a:t>
            </a:r>
            <a:r>
              <a:rPr lang="en"/>
              <a:t> file to document the code base and give instructions</a:t>
            </a:r>
            <a:endParaRPr/>
          </a:p>
        </p:txBody>
      </p:sp>
      <p:pic>
        <p:nvPicPr>
          <p:cNvPr id="252" name="Google Shape;25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150" y="1291190"/>
            <a:ext cx="8520600" cy="1280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40" title="Screenshot 2026-06-12 at 10.21.2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9100" y="2764350"/>
            <a:ext cx="7712154" cy="226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</a:t>
            </a:r>
            <a:r>
              <a:rPr lang="en" u="sng">
                <a:solidFill>
                  <a:schemeClr val="hlink"/>
                </a:solidFill>
                <a:hlinkClick r:id="rId3"/>
              </a:rPr>
              <a:t>CLAUDE.md</a:t>
            </a:r>
            <a:r>
              <a:rPr lang="en"/>
              <a:t> file </a:t>
            </a:r>
            <a:endParaRPr/>
          </a:p>
        </p:txBody>
      </p:sp>
      <p:pic>
        <p:nvPicPr>
          <p:cNvPr id="259" name="Google Shape;25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052" y="1222925"/>
            <a:ext cx="2898000" cy="334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9927" y="1103150"/>
            <a:ext cx="3094286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/>
              <a:t>/plugins Superpowers and frontend-design for software engineer</a:t>
            </a:r>
            <a:r>
              <a:rPr lang="en" sz="100"/>
              <a:t> </a:t>
            </a:r>
            <a:endParaRPr sz="1520"/>
          </a:p>
        </p:txBody>
      </p:sp>
      <p:pic>
        <p:nvPicPr>
          <p:cNvPr id="266" name="Google Shape;26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888" y="1234874"/>
            <a:ext cx="7782225" cy="325159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2"/>
          <p:cNvSpPr txBox="1"/>
          <p:nvPr/>
        </p:nvSpPr>
        <p:spPr>
          <a:xfrm>
            <a:off x="556825" y="4703625"/>
            <a:ext cx="77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Drastically increase the quality of your vibe coded apps. Beautiful UI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plugin</a:t>
            </a:r>
            <a:endParaRPr/>
          </a:p>
        </p:txBody>
      </p:sp>
      <p:sp>
        <p:nvSpPr>
          <p:cNvPr id="273" name="Google Shape;273;p43"/>
          <p:cNvSpPr txBox="1"/>
          <p:nvPr/>
        </p:nvSpPr>
        <p:spPr>
          <a:xfrm>
            <a:off x="442025" y="1127825"/>
            <a:ext cx="77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plugin can have multiple skills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74" name="Google Shape;274;p43" title="Screenshot 2026-06-12 at 10.46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00825"/>
            <a:ext cx="8839201" cy="1518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3" title="Screenshot 2026-06-12 at 10.47.5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71730"/>
            <a:ext cx="8839204" cy="1156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4"/>
          <p:cNvSpPr txBox="1"/>
          <p:nvPr>
            <p:ph type="title"/>
          </p:nvPr>
        </p:nvSpPr>
        <p:spPr>
          <a:xfrm>
            <a:off x="311700" y="150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 u="sng">
                <a:solidFill>
                  <a:schemeClr val="hlink"/>
                </a:solidFill>
                <a:hlinkClick r:id="rId3"/>
              </a:rPr>
              <a:t>SKILL.md</a:t>
            </a:r>
            <a:r>
              <a:rPr lang="en"/>
              <a:t> is just a regular markdown file with instructions</a:t>
            </a:r>
            <a:endParaRPr/>
          </a:p>
        </p:txBody>
      </p:sp>
      <p:pic>
        <p:nvPicPr>
          <p:cNvPr id="281" name="Google Shape;281;p44" title="Screenshot 2026-06-12 at 10.49.2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11225"/>
            <a:ext cx="8839204" cy="3590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commands we covered</a:t>
            </a:r>
            <a:endParaRPr/>
          </a:p>
        </p:txBody>
      </p:sp>
      <p:sp>
        <p:nvSpPr>
          <p:cNvPr id="287" name="Google Shape;28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•</a:t>
            </a:r>
            <a:r>
              <a:rPr lang="en" sz="2400">
                <a:solidFill>
                  <a:srgbClr val="3F4444"/>
                </a:solidFill>
              </a:rPr>
              <a:t>claude --permission-mode auto</a:t>
            </a:r>
            <a:endParaRPr sz="2400">
              <a:solidFill>
                <a:srgbClr val="3F444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•</a:t>
            </a:r>
            <a:r>
              <a:rPr lang="en" sz="2400">
                <a:solidFill>
                  <a:srgbClr val="3F4444"/>
                </a:solidFill>
              </a:rPr>
              <a:t>claude --resume</a:t>
            </a:r>
            <a:endParaRPr sz="2400">
              <a:solidFill>
                <a:srgbClr val="3F444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•</a:t>
            </a:r>
            <a:r>
              <a:rPr lang="en" sz="2400">
                <a:solidFill>
                  <a:srgbClr val="3F4444"/>
                </a:solidFill>
              </a:rPr>
              <a:t>/model</a:t>
            </a:r>
            <a:endParaRPr sz="2400">
              <a:solidFill>
                <a:srgbClr val="3F444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•</a:t>
            </a:r>
            <a:r>
              <a:rPr lang="en" sz="2400">
                <a:solidFill>
                  <a:srgbClr val="3F4444"/>
                </a:solidFill>
              </a:rPr>
              <a:t>/effort</a:t>
            </a:r>
            <a:endParaRPr sz="2400">
              <a:solidFill>
                <a:srgbClr val="3F444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•</a:t>
            </a:r>
            <a:r>
              <a:rPr lang="en" sz="2400">
                <a:solidFill>
                  <a:srgbClr val="3F4444"/>
                </a:solidFill>
              </a:rPr>
              <a:t>/plan</a:t>
            </a:r>
            <a:endParaRPr sz="2400">
              <a:solidFill>
                <a:srgbClr val="3F444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•</a:t>
            </a:r>
            <a:r>
              <a:rPr lang="en" sz="2400">
                <a:solidFill>
                  <a:srgbClr val="3F4444"/>
                </a:solidFill>
              </a:rPr>
              <a:t>/rewind</a:t>
            </a:r>
            <a:endParaRPr sz="2400">
              <a:solidFill>
                <a:srgbClr val="3F444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•</a:t>
            </a:r>
            <a:r>
              <a:rPr lang="en" sz="2400">
                <a:solidFill>
                  <a:srgbClr val="3F4444"/>
                </a:solidFill>
              </a:rPr>
              <a:t>/compact</a:t>
            </a:r>
            <a:endParaRPr sz="2400">
              <a:solidFill>
                <a:srgbClr val="3F444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•</a:t>
            </a:r>
            <a:r>
              <a:rPr lang="en" sz="2400">
                <a:solidFill>
                  <a:srgbClr val="3F4444"/>
                </a:solidFill>
              </a:rPr>
              <a:t>/init to create CLAUDE.md</a:t>
            </a:r>
            <a:endParaRPr sz="2400">
              <a:solidFill>
                <a:srgbClr val="3F444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•</a:t>
            </a:r>
            <a:r>
              <a:rPr lang="en" sz="2400">
                <a:solidFill>
                  <a:srgbClr val="3F4444"/>
                </a:solidFill>
              </a:rPr>
              <a:t>/superpowers and /frontend-design</a:t>
            </a:r>
            <a:endParaRPr sz="2400">
              <a:solidFill>
                <a:srgbClr val="3F4444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 from this talk</a:t>
            </a:r>
            <a:endParaRPr/>
          </a:p>
        </p:txBody>
      </p:sp>
      <p:sp>
        <p:nvSpPr>
          <p:cNvPr id="293" name="Google Shape;293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is powerful, embrace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Foundation still (always) matters, master 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AI is </a:t>
            </a:r>
            <a:r>
              <a:rPr lang="en"/>
              <a:t>probabilistic</a:t>
            </a:r>
            <a:r>
              <a:rPr lang="en"/>
              <a:t>, verify the results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6"/>
          <p:cNvSpPr txBox="1"/>
          <p:nvPr/>
        </p:nvSpPr>
        <p:spPr>
          <a:xfrm>
            <a:off x="311700" y="3700725"/>
            <a:ext cx="8072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More tips at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Divingintogeneticsandgenomics.com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300" name="Google Shape;300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https://crazyhottommy.github.io/claude_code_RNAseq_workshop/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7"/>
          <p:cNvSpPr txBox="1"/>
          <p:nvPr/>
        </p:nvSpPr>
        <p:spPr>
          <a:xfrm>
            <a:off x="557725" y="3894175"/>
            <a:ext cx="7138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https://docs.google.com/presentation/d/11SawHEDvJVSHd-juOxjL7BpNDKR4jC7H7kVZpt7biKU/edit?usp=sharing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